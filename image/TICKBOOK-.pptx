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D40F-DA40-93B5-8BAB-FFD54CD52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781280" y="506645"/>
            <a:ext cx="4716709" cy="1362276"/>
          </a:xfrm>
        </p:spPr>
        <p:txBody>
          <a:bodyPr anchor="ctr"/>
          <a:lstStyle/>
          <a:p>
            <a:pPr algn="ctr"/>
            <a:r>
              <a:rPr lang="en-IN" dirty="0"/>
              <a:t>TICKBOOK-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E3C1E-ED18-4A82-3DBC-7C8B7EEC6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21420000">
            <a:off x="7347577" y="2827032"/>
            <a:ext cx="3202205" cy="395324"/>
          </a:xfrm>
        </p:spPr>
        <p:txBody>
          <a:bodyPr/>
          <a:lstStyle/>
          <a:p>
            <a:pPr algn="l"/>
            <a:r>
              <a:rPr lang="en-IN" sz="1800" dirty="0">
                <a:solidFill>
                  <a:schemeClr val="tx1"/>
                </a:solidFill>
              </a:rPr>
              <a:t>Presented by :-</a:t>
            </a:r>
          </a:p>
          <a:p>
            <a:pPr algn="l">
              <a:lnSpc>
                <a:spcPct val="1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081FD-C9E3-398E-A144-67B292DF75BC}"/>
              </a:ext>
            </a:extLst>
          </p:cNvPr>
          <p:cNvSpPr txBox="1"/>
          <p:nvPr/>
        </p:nvSpPr>
        <p:spPr>
          <a:xfrm rot="21374708">
            <a:off x="6314945" y="688987"/>
            <a:ext cx="4141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MOVIE TICKET BOOKING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4B533-6AD6-7FE6-D33C-13404D3D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40325">
            <a:off x="5047388" y="1898606"/>
            <a:ext cx="1478575" cy="16898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0E281-173E-50C7-623C-65C249EA281B}"/>
              </a:ext>
            </a:extLst>
          </p:cNvPr>
          <p:cNvSpPr txBox="1"/>
          <p:nvPr/>
        </p:nvSpPr>
        <p:spPr>
          <a:xfrm rot="21413263">
            <a:off x="7591828" y="3199680"/>
            <a:ext cx="2753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UDIT NARAYAN CHOUDHURY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SANDEEP KUMAR SINGH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NITISH SAMAL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F14A5-F109-C48A-6581-0FCC24B7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679"/>
          <a:stretch>
            <a:fillRect/>
          </a:stretch>
        </p:blipFill>
        <p:spPr>
          <a:xfrm rot="21420305">
            <a:off x="252726" y="778865"/>
            <a:ext cx="1551615" cy="109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3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EED1-71A6-DB25-488B-442BA9E8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Table of 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056EA9-669E-3847-EA18-932F55DDB0F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1" y="1837765"/>
            <a:ext cx="31854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Methodology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 Stack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 Scenario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4722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5135C-A30A-D2D5-3320-90637E38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25" y="636250"/>
            <a:ext cx="10396882" cy="1151965"/>
          </a:xfrm>
        </p:spPr>
        <p:txBody>
          <a:bodyPr>
            <a:normAutofit/>
          </a:bodyPr>
          <a:lstStyle/>
          <a:p>
            <a:r>
              <a:rPr lang="en-IN" u="sng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0C0E60-D4B7-CAFA-1ACA-CD699EDC49C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3625" y="2038234"/>
            <a:ext cx="1053498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movie ticket booking is becoming a trend.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TickBook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aims to make booking easy and user-friendly.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as a static model for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07642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F2930-AAF7-4E94-306B-1D880AA9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D6518C-E2D9-AFE5-AB2C-BF4799C504F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1" y="1837765"/>
            <a:ext cx="95173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and design of layout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web pages using HTML and CSS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Linking pages for navigation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for future interactivity using JavaScript</a:t>
            </a:r>
          </a:p>
        </p:txBody>
      </p:sp>
    </p:spTree>
    <p:extLst>
      <p:ext uri="{BB962C8B-B14F-4D97-AF65-F5344CB8AC3E}">
        <p14:creationId xmlns:p14="http://schemas.microsoft.com/office/powerpoint/2010/main" val="42827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A33D-8EF2-5FDB-49CB-B55F538F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72613"/>
            <a:ext cx="3766793" cy="877529"/>
          </a:xfrm>
        </p:spPr>
        <p:txBody>
          <a:bodyPr>
            <a:normAutofit/>
          </a:bodyPr>
          <a:lstStyle/>
          <a:p>
            <a:r>
              <a:rPr lang="en-IN" sz="5400" u="sng" dirty="0"/>
              <a:t>Tech stack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FDFA9A1-CDFC-CDEE-D14A-9403DC235A7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85801" y="1750142"/>
            <a:ext cx="610828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 and design of layout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web pages using HTML and CSS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Linking pages for navigation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Preparing for future interactivity using JavaScript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88CE84-623E-7A00-BAAF-8C12CA71D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" r="30233"/>
          <a:stretch>
            <a:fillRect/>
          </a:stretch>
        </p:blipFill>
        <p:spPr>
          <a:xfrm>
            <a:off x="6465938" y="1822655"/>
            <a:ext cx="5040261" cy="232913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588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EA173F-7ECD-20C5-74C3-6DCC4824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Use case scenario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F9E778-8F3D-9744-9307-73945561A7C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1" y="2039555"/>
            <a:ext cx="918578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visits homepage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Browses available movies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Selects movie → chooses timing → selects seats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Proceeds to login or signup page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confirmed (in future with JS backend)</a:t>
            </a:r>
          </a:p>
        </p:txBody>
      </p:sp>
    </p:spTree>
    <p:extLst>
      <p:ext uri="{BB962C8B-B14F-4D97-AF65-F5344CB8AC3E}">
        <p14:creationId xmlns:p14="http://schemas.microsoft.com/office/powerpoint/2010/main" val="31855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107F-EB5E-0A73-6B3B-E51F7189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reference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9C2403-45F6-C394-D8DF-1B9B5805E87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382" y="1724730"/>
            <a:ext cx="70034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YouTube tutorials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Copilot AI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Friends and classmates for ideas and support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DBBB5-58AA-20BE-62EB-86661F11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048"/>
          <a:stretch>
            <a:fillRect/>
          </a:stretch>
        </p:blipFill>
        <p:spPr>
          <a:xfrm>
            <a:off x="8013291" y="276441"/>
            <a:ext cx="2941574" cy="50202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08896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B356-F6F0-0869-8ACD-A3C6D1DA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F58157-6C60-6000-2DB4-0A3ECC00433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5801" y="1930097"/>
            <a:ext cx="677140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structure and design completed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next phase with JavaScript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to expand into a dynamic system</a:t>
            </a:r>
          </a:p>
        </p:txBody>
      </p:sp>
    </p:spTree>
    <p:extLst>
      <p:ext uri="{BB962C8B-B14F-4D97-AF65-F5344CB8AC3E}">
        <p14:creationId xmlns:p14="http://schemas.microsoft.com/office/powerpoint/2010/main" val="392923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C93EB8-607D-502D-BAF4-ACA6BFAC2CFA}"/>
              </a:ext>
            </a:extLst>
          </p:cNvPr>
          <p:cNvSpPr txBox="1"/>
          <p:nvPr/>
        </p:nvSpPr>
        <p:spPr>
          <a:xfrm>
            <a:off x="6671187" y="4719483"/>
            <a:ext cx="4930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025776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173</TotalTime>
  <Words>169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Impact</vt:lpstr>
      <vt:lpstr>Main Event</vt:lpstr>
      <vt:lpstr>TICKBOOK-</vt:lpstr>
      <vt:lpstr>Table of contents</vt:lpstr>
      <vt:lpstr>INTRODUCTION</vt:lpstr>
      <vt:lpstr>Methodology</vt:lpstr>
      <vt:lpstr>Tech stack</vt:lpstr>
      <vt:lpstr>Use case scenario</vt:lpstr>
      <vt:lpstr>reference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Udit Narayan</dc:creator>
  <cp:lastModifiedBy>Udit Narayan</cp:lastModifiedBy>
  <cp:revision>4</cp:revision>
  <dcterms:created xsi:type="dcterms:W3CDTF">2025-11-10T15:35:07Z</dcterms:created>
  <dcterms:modified xsi:type="dcterms:W3CDTF">2025-11-11T07:33:21Z</dcterms:modified>
</cp:coreProperties>
</file>